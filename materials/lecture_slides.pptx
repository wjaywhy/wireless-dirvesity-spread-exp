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7DD3FC"/>
                </a:solidFill>
                <a:latin typeface="Microsoft YaHei"/>
              </a:rPr>
              <a:t>无线通信技术实验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</a:rPr>
              <a:t>分集与扩频通信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1069848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1F5F9"/>
                </a:solidFill>
                <a:latin typeface="Microsoft YaHei"/>
              </a:rPr>
              <a:t>SC/MRC 分集合并 + DSSS 扩频通信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F1F5F9"/>
                </a:solidFill>
                <a:latin typeface="Microsoft YaHei"/>
              </a:rPr>
              <a:t>代码补全、仿真验证、GitHub 自动评分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本次实验要解决的问题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02/18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衰落会让接收信号突然变弱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分集用多个独立副本降低深衰落概率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扩频用 PN 码把信号能量铺展到更宽带宽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解扩相关可以恢复目标信号并摊薄干扰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实验03：分集可靠性 + 扩频抗干扰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课堂流程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03/18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0-10 分钟：实验背景和目标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10-35 分钟：SC、MRC、DSSS 原理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35-50 分钟：仓库结构与自动评分演示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50-110 分钟：学生完成 TODO 并生成结果图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33672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61104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110-120 分钟：提交 PR，查看评分反馈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实验03：分集可靠性 + 扩频抗干扰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Part 1 分集模型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04/18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BPSK 符号经过多个独立瑞利衰落分支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每个分支都有自己的信道系数和噪声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接收端需要把多个分支合成一个判决变量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观察 BER 随 SNR 和合并方法变化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实验03：分集可靠性 + 扩频抗干扰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选择合并 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05/18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每个符号选择瞬时信道最强的分支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指标是 |h|^2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输出为被选分支的 r/h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优点是简单，缺点是没有利用所有分支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k = argmax |h|^2, y = r[k] / h[k]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最大比合并 MRC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06/18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每个分支乘以信道共轭做相位校正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信道强的分支获得更大权重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归一化项是所有分支 |h|^2 之和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MRC 通常获得最佳合并 SNR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y = sum(conj(h) * r) / sum(abs(h)^2)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Part 1 代码入口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07/18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文件：src/part1_diversity.py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完成 selection_combining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完成 maximal_ratio_combining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完成 simulate_diversity_ber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33672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61104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运行后生成 diversity_ber_curve.png 和 diversity_waveform_snapshot.png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实验03：分集可靠性 + 扩频抗干扰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Part 2 DSSS 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08/18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比特先映射为 BPSK 符号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每个符号乘以一段 PN 码片序列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信道中加入噪声和窄带干扰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接收端用同一 PN 序列相关解扩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bit -&gt; symbol x PN -&gt; correlation -&gt; bit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m 序列约定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09/18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寄存器从左到右书写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抽头为从左到右的 1-based 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每拍输出右端寄存器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抽头异或得到反馈并插入左端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33672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61104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输出比特映射为 0-&gt;+1，1-&gt;-1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实验03：分集可靠性 + 扩频抗干扰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扩频、解扩和处理增益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10/18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扩频输出长度等于比特数乘扩频因子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解扩是每个符号周期内的相关累加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非负相关判 bit 0，负相关判 bit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处理增益为 10log10(N) 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bit -&gt; symbol x PN -&gt; correlation -&gt; bit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Part 2 代码入口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11/18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文件：src/part2_spread_spectrum.py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完成 generate_m_sequence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完成 dsss_spread 和 dsss_despread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完成 processing_gain_db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33672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61104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运行后生成 dsss_ber_curve.png 和 dsss_correlation_snapshot.png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实验03：分集可靠性 + 扩频抗干扰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本地运行流程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12/18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pip install -r requirements.txt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python src/test_environment.py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python src/part1_diversity.py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python src/part2_spread_spectrum.py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33672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61104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python grading/calculate_grade.py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实验03：分集可靠性 + 扩频抗干扰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GitHub 提交流程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13/18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完成代码和 REPORT.md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提交 results/ 中的四张结果图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Commit &amp; Push 到自己的仓库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向教师仓库创建 Pull Request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33672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61104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PR 标题格式：实验03-姓名-学号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实验03：分集可靠性 + 扩频抗干扰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自动评分与作业跟踪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14/18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PR 评论显示总分和测试摘要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Actions Summary 保留完整评分输出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Artifacts 上传评分报告和结果图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作业跟踪表区分未提交、未评分和已评分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实验03：分集可靠性 + 扩频抗干扰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评分标准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15/18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环境配置 5 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Part 1 分集合并 35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Part 2 DSSS 扩频通信 35 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实验报告 15 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33672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61104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代码质量 -10 到 +5 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983479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1091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选做加分最多 10 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实验03：分集可靠性 + 扩频抗干扰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常见问题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16/18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MRC 漏掉共轭会导致复信道下结果异常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m 序列全零初始状态无效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解扩输入长度必须是 PN 长度整数倍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结果图缺失会影响自动评分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33672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61104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PR 标题缺少姓名学号会影响作业跟踪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实验03：分集可靠性 + 扩频抗干扰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AI 使用边界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17/18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可以请 AI 解释公式和报错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可以请 AI 协助检查报告结构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必须能解释自己提交的核心函数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报告中说明 AI 辅助内容和验证方式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实验03：分集可靠性 + 扩频抗干扰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654"/>
          </a:solidFill>
          <a:ln>
            <a:solidFill>
              <a:srgbClr val="0F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课堂收束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097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18/18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212080" cy="5212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9728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Microsoft YaHei"/>
              </a:rPr>
              <a:t>分集解决衰落可靠性问题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109728" cy="420624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MRC 通过相位校正和幅度加权提升 SNR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34056"/>
            <a:ext cx="109728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DSSS 通过扩频和相关解扩获得处理增益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83864"/>
            <a:ext cx="109728" cy="42062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38912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Microsoft YaHei"/>
              </a:rPr>
              <a:t>自动评分帮助快速定位实现问题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87552"/>
            <a:ext cx="5440680" cy="521208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4630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分集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4630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463040"/>
            <a:ext cx="11430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5361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MRC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148840"/>
            <a:ext cx="1143000" cy="34747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2148840"/>
            <a:ext cx="114300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148840"/>
            <a:ext cx="1143000" cy="347472"/>
          </a:xfrm>
          <a:prstGeom prst="rect">
            <a:avLst/>
          </a:prstGeom>
          <a:solidFill>
            <a:srgbClr val="10855C"/>
          </a:solidFill>
          <a:ln>
            <a:solidFill>
              <a:srgbClr val="108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221992"/>
            <a:ext cx="105156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处理增益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154680"/>
            <a:ext cx="466344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F2654"/>
                </a:solidFill>
                <a:latin typeface="Microsoft YaHei"/>
              </a:rPr>
              <a:t>实验03：分集可靠性 + 扩频抗干扰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937760"/>
            <a:ext cx="466344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Microsoft YaHei"/>
              </a:rPr>
              <a:t>PR标题：实验03-姓名-学号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